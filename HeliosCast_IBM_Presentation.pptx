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5C4033"/>
                </a:solidFill>
              </a:defRPr>
            </a:pPr>
            <a:r>
              <a:t>HeliosCast v2.0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Advanced Space Weather Intelligence</a:t>
            </a:r>
          </a:p>
          <a:p>
            <a:r>
              <a:t>AI-Powered Telemetry &amp; Prediction Platform</a:t>
            </a:r>
          </a:p>
          <a:p/>
          <a:p>
            <a:r>
              <a:t>IBM Training Project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HeliosCast bridges the gap between raw astrophysical data and actionable intelligence.</a:t>
            </a:r>
          </a:p>
          <a:p>
            <a:pPr lvl="1"/>
            <a:r>
              <a:t>Ingests real-time telemetry from NASA's DSCOVR and ACE satellites via NOAA APIs.</a:t>
            </a:r>
          </a:p>
          <a:p>
            <a:pPr lvl="1"/>
            <a:r>
              <a:t>Forecasts Geomagnetic Storm Risks with a strict 1-hour horizon (T+1).</a:t>
            </a:r>
          </a:p>
          <a:p>
            <a:pPr lvl="1"/>
            <a:r>
              <a:t>Key focus areas:</a:t>
            </a:r>
          </a:p>
          <a:p>
            <a:pPr lvl="2"/>
            <a:r>
              <a:t>Explainable AI (XAI)</a:t>
            </a:r>
          </a:p>
          <a:p>
            <a:pPr lvl="2"/>
            <a:r>
              <a:t>Cloud-Ready API-First Design</a:t>
            </a:r>
          </a:p>
          <a:p>
            <a:pPr lvl="2"/>
            <a:r>
              <a:t>Automated Generative Telemetry Assessment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Decoupled microservices architecture for scalability.</a:t>
            </a:r>
          </a:p>
          <a:p>
            <a:pPr lvl="1"/>
            <a:r>
              <a:t>1. Data Ingestion: Polling live JSON telemetry (1-min resolution) from NOAA SWPC.</a:t>
            </a:r>
          </a:p>
          <a:p>
            <a:pPr lvl="1"/>
            <a:r>
              <a:t>2. Backend API: FastAPI-based RESTful endpoints for current conditions and history.</a:t>
            </a:r>
          </a:p>
          <a:p>
            <a:pPr lvl="1"/>
            <a:r>
              <a:t>3. Database: Auto-pruning SQLite database (truncates &gt;24hr data for stability).</a:t>
            </a:r>
          </a:p>
          <a:p>
            <a:pPr lvl="1"/>
            <a:r>
              <a:t>4. Frontend Dashboard: Vite + Vanilla JS + Chart.js (Clean Chocolate Brown corporate aesthetic).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Trained on high-resolution historical NASA OMNI datasets (2019-2023).</a:t>
            </a:r>
          </a:p>
          <a:p>
            <a:pPr lvl="1"/>
            <a:r>
              <a:t>Key Physics Parameters:</a:t>
            </a:r>
          </a:p>
          <a:p>
            <a:pPr lvl="2"/>
            <a:r>
              <a:t>Particle Density (p/cc), Solar Wind Speed (km/s), Plasma Temperature (K), IMF (Bt, Bz).</a:t>
            </a:r>
          </a:p>
          <a:p>
            <a:pPr lvl="1"/>
            <a:r>
              <a:t>Advanced Feature Engineering:</a:t>
            </a:r>
          </a:p>
          <a:p>
            <a:pPr lvl="2"/>
            <a:r>
              <a:t>Dynamic Pressure (Pdyn): Represents the physical force of the solar wind.</a:t>
            </a:r>
          </a:p>
          <a:p>
            <a:pPr lvl="2"/>
            <a:r>
              <a:t>Rolling Statistics (1h &amp; 3h averages) &amp; Rate of Change Derivatives.</a:t>
            </a:r>
          </a:p>
          <a:p>
            <a:pPr lvl="2"/>
            <a:r>
              <a:t>Target variables explicitly shifted forward by 1 hour (T+1 horizon) to prevent data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Ensemble ML Prediction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Dual-objective prediction engine for regression and classification.</a:t>
            </a:r>
          </a:p>
          <a:p>
            <a:pPr lvl="1"/>
            <a:r>
              <a:t>Task 1: Regression (Predicting Exact Solar Wind Speed)</a:t>
            </a:r>
          </a:p>
          <a:p>
            <a:pPr lvl="2"/>
            <a:r>
              <a:t>Algorithm: XGBoost &amp; LightGBM</a:t>
            </a:r>
          </a:p>
          <a:p>
            <a:pPr lvl="2"/>
            <a:r>
              <a:t>Captures complex non-linear relationships efficiently.</a:t>
            </a:r>
          </a:p>
          <a:p>
            <a:pPr lvl="1"/>
            <a:r>
              <a:t>Task 2: Classification (Predicting Storm Risk Level)</a:t>
            </a:r>
          </a:p>
          <a:p>
            <a:pPr lvl="2"/>
            <a:r>
              <a:t>Categories: Low, Moderate, High, Extreme</a:t>
            </a:r>
          </a:p>
          <a:p>
            <a:pPr lvl="2"/>
            <a:r>
              <a:t>Algorithm: Random Forest Classifier &amp; XGBoost Classifier.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 (SHAP)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AI requires transparency, not a 'black box'.</a:t>
            </a:r>
          </a:p>
          <a:p>
            <a:pPr lvl="1"/>
            <a:r>
              <a:t>Integrated SHapley Additive exPlanations (SHAP) into the inference engine.</a:t>
            </a:r>
          </a:p>
          <a:p>
            <a:pPr lvl="1"/>
            <a:r>
              <a:t>HeliosCast mathematically quantifies *why* a specific prediction was made.</a:t>
            </a:r>
          </a:p>
          <a:p>
            <a:pPr lvl="1"/>
            <a:r>
              <a:t>Example Use Case:</a:t>
            </a:r>
          </a:p>
          <a:p>
            <a:pPr lvl="2"/>
            <a:r>
              <a:t>If an 'Extreme' storm is predicted, SHAP explains it was driven by an abnormally negative Bz threshold and a sudden spike in Dynamic Pressure.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Innovations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 Stack: Python, FastAPI, Scikit-Learn, XGBoost, Vanilla JS, Chart.js, SQLite</a:t>
            </a:r>
          </a:p>
          <a:p>
            <a:pPr lvl="1"/>
            <a:r>
              <a:t>Strict Predictive Horizon: Genuinely predicts the future (T+1), no data leakage.</a:t>
            </a:r>
          </a:p>
          <a:p>
            <a:pPr lvl="1"/>
            <a:r>
              <a:t>Generative Telemetry Assessment: Synthesizes raw metrics into human-readable System Logs.</a:t>
            </a:r>
          </a:p>
          <a:p>
            <a:pPr lvl="1"/>
            <a:r>
              <a:t>Resilient Architecture: Graceful API fallbacks if NOAA services go offline.</a:t>
            </a:r>
          </a:p>
          <a:p>
            <a:pPr lvl="1"/>
            <a:r>
              <a:t>Production-Ready: Fully containerized for Cloud VM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HeliosCast successfully demonstrates the intersection of full-stack engineering and applied data science.</a:t>
            </a:r>
          </a:p>
          <a:p>
            <a:pPr lvl="1"/>
            <a:r>
              <a:t>Live Demo Links:</a:t>
            </a:r>
          </a:p>
          <a:p>
            <a:pPr lvl="2"/>
            <a:r>
              <a:t>http://150.230.239.72:8000/</a:t>
            </a:r>
          </a:p>
          <a:p>
            <a:pPr lvl="2"/>
            <a:r>
              <a:t>http://helioscast.pushpaktiwari.tech/</a:t>
            </a:r>
          </a:p>
          <a:p>
            <a:pPr lvl="1"/>
            <a:r>
              <a:t>Source Code: GitHub - pushpaktiwarii/HeliosCast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